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33" d="100"/>
          <a:sy n="33" d="100"/>
        </p:scale>
        <p:origin x="-1896" y="-7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27432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INTERNNOVA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PYTHON INTERNSHIP</a:t>
            </a:r>
          </a:p>
          <a:p>
            <a:pPr>
              <a:spcBef>
                <a:spcPts val="2000"/>
              </a:spcBef>
              <a:defRPr sz="1600">
                <a:solidFill>
                  <a:srgbClr val="FFFFFF"/>
                </a:solidFill>
              </a:defRPr>
            </a:pPr>
            <a:r>
              <a:t>WEEK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417320"/>
            <a:ext cx="6701322" cy="20621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4E79"/>
                </a:solidFill>
              </a:defRPr>
            </a:pPr>
            <a:r>
              <a:rPr dirty="0"/>
              <a:t>Student Management System</a:t>
            </a:r>
          </a:p>
          <a:p>
            <a:pPr>
              <a:spcBef>
                <a:spcPts val="1200"/>
              </a:spcBef>
              <a:defRPr sz="2200">
                <a:solidFill>
                  <a:srgbClr val="2F5597"/>
                </a:solidFill>
              </a:defRPr>
            </a:pPr>
            <a:r>
              <a:rPr dirty="0"/>
              <a:t>Final Python Project</a:t>
            </a:r>
          </a:p>
          <a:p>
            <a:pPr>
              <a:spcBef>
                <a:spcPts val="1800"/>
              </a:spcBef>
              <a:defRPr sz="1600">
                <a:solidFill>
                  <a:srgbClr val="232D37"/>
                </a:solidFill>
              </a:defRPr>
            </a:pPr>
            <a:r>
              <a:rPr dirty="0"/>
              <a:t>A menu-driven application demonstrating Python fundamentals, file handling, </a:t>
            </a:r>
            <a:endParaRPr lang="en-US" dirty="0" smtClean="0"/>
          </a:p>
          <a:p>
            <a:pPr>
              <a:spcBef>
                <a:spcPts val="1800"/>
              </a:spcBef>
              <a:defRPr sz="1600">
                <a:solidFill>
                  <a:srgbClr val="232D37"/>
                </a:solidFill>
              </a:defRPr>
            </a:pPr>
            <a:r>
              <a:rPr dirty="0" smtClean="0"/>
              <a:t>exception </a:t>
            </a:r>
            <a:r>
              <a:rPr dirty="0"/>
              <a:t>handling and Object-Oriented Programming.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4663440"/>
            <a:ext cx="6583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973"/>
                </a:solidFill>
              </a:defRPr>
            </a:pPr>
            <a:r>
              <a:t>Technology: Python 3  |  Version Control: Git &amp; GitHub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1. Project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5544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InternNova Python Internship • Week 6 • Student Management System                                    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73152" cy="18288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371600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What is the project?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2880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A console-based Student Management System that allows users to add, view, search, update and delete student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234440"/>
            <a:ext cx="73152" cy="1828800"/>
          </a:xfrm>
          <a:prstGeom prst="rect">
            <a:avLst/>
          </a:prstGeom>
          <a:solidFill>
            <a:srgbClr val="36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371600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Why was it developed?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82880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To apply the Python concepts learned during the six-week internship in one practical application.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29000"/>
            <a:ext cx="5303520" cy="182880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429000"/>
            <a:ext cx="73152" cy="1828800"/>
          </a:xfrm>
          <a:prstGeom prst="rect">
            <a:avLst/>
          </a:prstGeom>
          <a:solidFill>
            <a:srgbClr val="36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3566160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02336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Student data can be saved into a text file using Python file handling.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429000"/>
            <a:ext cx="5303520" cy="182880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3429000"/>
            <a:ext cx="73152" cy="18288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64807" y="3566160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Learning 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402336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The project combines fundamentals, standard libraries, error handling and OOP in a single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2. 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5544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InternNova Python Internship • Week 6 • Student Management System                                    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03520" cy="448056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44805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280160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37360"/>
            <a:ext cx="493775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Manual student record management can make it difficult to maintain, search and update information consistently. A simple computerized system can make these operations faster and more organized.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43000"/>
            <a:ext cx="5303520" cy="448056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143000"/>
            <a:ext cx="73152" cy="4480560"/>
          </a:xfrm>
          <a:prstGeom prst="rect">
            <a:avLst/>
          </a:prstGeom>
          <a:solidFill>
            <a:srgbClr val="36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280160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737360"/>
            <a:ext cx="493775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• Build a practical Python application</a:t>
            </a:r>
            <a:br/>
            <a:r>
              <a:t>• Manage student records through a menu</a:t>
            </a:r>
            <a:br/>
            <a:r>
              <a:t>• Apply OOP concepts</a:t>
            </a:r>
            <a:br/>
            <a:r>
              <a:t>• Use file handling and exception handling</a:t>
            </a:r>
            <a:br/>
            <a:r>
              <a:t>• Validate user input</a:t>
            </a:r>
            <a:br/>
            <a:r>
              <a:t>• Use Git and GitHub for version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3.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5544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Functionality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InternNova Python Internship • Week 6 • Student Management System                                    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05840"/>
            <a:ext cx="5303520" cy="1024128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005840"/>
            <a:ext cx="73152" cy="102412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143000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Add 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600200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Enter name, age, course and marks.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05840"/>
            <a:ext cx="5303520" cy="1024128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005840"/>
            <a:ext cx="73152" cy="1024128"/>
          </a:xfrm>
          <a:prstGeom prst="rect">
            <a:avLst/>
          </a:prstGeom>
          <a:solidFill>
            <a:srgbClr val="36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8" y="1143000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View Students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600200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Display all stored records and grades.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267712"/>
            <a:ext cx="5303520" cy="1024128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267712"/>
            <a:ext cx="73152" cy="102412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2404872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Search Student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2862072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Find a record using Student ID.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267712"/>
            <a:ext cx="5303520" cy="1024128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2267712"/>
            <a:ext cx="73152" cy="1024128"/>
          </a:xfrm>
          <a:prstGeom prst="rect">
            <a:avLst/>
          </a:prstGeom>
          <a:solidFill>
            <a:srgbClr val="36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64808" y="2404872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Update Marks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2862072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Change marks with 0–100 validation.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529584"/>
            <a:ext cx="5303520" cy="1024128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3529584"/>
            <a:ext cx="73152" cy="102412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7" y="3666744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Delete Student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4123944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Remove a selected student record.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529584"/>
            <a:ext cx="5303520" cy="1024128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3529584"/>
            <a:ext cx="73152" cy="1024128"/>
          </a:xfrm>
          <a:prstGeom prst="rect">
            <a:avLst/>
          </a:prstGeom>
          <a:solidFill>
            <a:srgbClr val="36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64808" y="3666744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Save to 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4123944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Store records in students.txt.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791456"/>
            <a:ext cx="5303520" cy="1024128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4791456"/>
            <a:ext cx="73152" cy="102412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7" y="4928616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Date &amp;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7" y="5385816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Display current date and time.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791456"/>
            <a:ext cx="5303520" cy="1024128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63640" y="4791456"/>
            <a:ext cx="73152" cy="1024128"/>
          </a:xfrm>
          <a:prstGeom prst="rect">
            <a:avLst/>
          </a:prstGeom>
          <a:solidFill>
            <a:srgbClr val="36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64808" y="4928616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Polymorphism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5385816"/>
            <a:ext cx="49377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Show different role behavior for Student and Teacher.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4. Python Concepts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5544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InternNova Python Internship • Week 6 • Student Management System                                    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3520440" cy="100584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73152" cy="100584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143000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Variables and data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002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Used in the application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005840"/>
            <a:ext cx="3520440" cy="100584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005840"/>
            <a:ext cx="73152" cy="1005840"/>
          </a:xfrm>
          <a:prstGeom prst="rect">
            <a:avLst/>
          </a:prstGeom>
          <a:solidFill>
            <a:srgbClr val="36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143000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Input /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6002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Used in the application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005840"/>
            <a:ext cx="3520440" cy="100584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20" y="1005840"/>
            <a:ext cx="73152" cy="100584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76488" y="1143000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Type casting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16002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Used in the application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267712"/>
            <a:ext cx="3520440" cy="100584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2267712"/>
            <a:ext cx="73152" cy="100584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" y="2404872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if / elif / else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286207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Used in the application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2267712"/>
            <a:ext cx="3520440" cy="100584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0" y="2267712"/>
            <a:ext cx="73152" cy="1005840"/>
          </a:xfrm>
          <a:prstGeom prst="rect">
            <a:avLst/>
          </a:prstGeom>
          <a:solidFill>
            <a:srgbClr val="36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0288" y="2404872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while loop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286207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Used in the application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2267712"/>
            <a:ext cx="3520440" cy="100584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75320" y="2267712"/>
            <a:ext cx="73152" cy="100584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76488" y="2404872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Functions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286207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Used in the application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529584"/>
            <a:ext cx="3520440" cy="100584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3529584"/>
            <a:ext cx="73152" cy="100584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4088" y="366674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Dictionary data 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4123944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Used in the application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3529584"/>
            <a:ext cx="3520440" cy="100584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89120" y="3529584"/>
            <a:ext cx="73152" cy="1005840"/>
          </a:xfrm>
          <a:prstGeom prst="rect">
            <a:avLst/>
          </a:prstGeom>
          <a:solidFill>
            <a:srgbClr val="36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90288" y="366674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File handling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0288" y="4123944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Used in the application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75320" y="3529584"/>
            <a:ext cx="3520440" cy="100584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75320" y="3529584"/>
            <a:ext cx="73152" cy="100584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76488" y="366674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Exception handling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6488" y="4123944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Used in the application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4791456"/>
            <a:ext cx="3520440" cy="100584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02920" y="4791456"/>
            <a:ext cx="73152" cy="100584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4088" y="4928616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datetime library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" y="5385816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Used in the application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89120" y="4791456"/>
            <a:ext cx="3520440" cy="100584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389120" y="4791456"/>
            <a:ext cx="73152" cy="1005840"/>
          </a:xfrm>
          <a:prstGeom prst="rect">
            <a:avLst/>
          </a:prstGeom>
          <a:solidFill>
            <a:srgbClr val="36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90288" y="4928616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abc module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90288" y="5385816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Used in the application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75320" y="4791456"/>
            <a:ext cx="3520440" cy="100584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275320" y="4791456"/>
            <a:ext cx="73152" cy="100584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476488" y="4928616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String formatting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76488" y="5385816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Used in the application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5. Object-Oriented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5544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Core 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InternNova Python Internship • Week 6 • Student Management System                                     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5303520" cy="132588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051560"/>
            <a:ext cx="73152" cy="13258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188719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Class &amp; Object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645919"/>
            <a:ext cx="493775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Person, Student, Teacher and StudentManagementSystem.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51560"/>
            <a:ext cx="5303520" cy="132588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051560"/>
            <a:ext cx="73152" cy="1325880"/>
          </a:xfrm>
          <a:prstGeom prst="rect">
            <a:avLst/>
          </a:prstGeom>
          <a:solidFill>
            <a:srgbClr val="36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8" y="1188719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Constructor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645919"/>
            <a:ext cx="493775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__init__() initializes object attributes.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51760"/>
            <a:ext cx="5303520" cy="132588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651760"/>
            <a:ext cx="73152" cy="13258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2788920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Inheritance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3246120"/>
            <a:ext cx="493775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Student and Teacher inherit from Person.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651760"/>
            <a:ext cx="5303520" cy="132588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2651760"/>
            <a:ext cx="73152" cy="1325880"/>
          </a:xfrm>
          <a:prstGeom prst="rect">
            <a:avLst/>
          </a:prstGeom>
          <a:solidFill>
            <a:srgbClr val="36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64808" y="2788920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Abstraction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3246120"/>
            <a:ext cx="493775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Person uses ABC and an abstract display_role().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51960"/>
            <a:ext cx="5303520" cy="132588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251960"/>
            <a:ext cx="73152" cy="13258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7" y="4389120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Encapsulation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4846320"/>
            <a:ext cx="493775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Private __marks is accessed through getter/setter methods.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251960"/>
            <a:ext cx="5303520" cy="132588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4251960"/>
            <a:ext cx="73152" cy="1325880"/>
          </a:xfrm>
          <a:prstGeom prst="rect">
            <a:avLst/>
          </a:prstGeom>
          <a:solidFill>
            <a:srgbClr val="36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64808" y="4389120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Polymorphism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4846320"/>
            <a:ext cx="493775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Student and Teacher implement display_role() differently.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6. Project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5544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InternNova Python Internship • Week 6 • Student Management System                                      7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399032"/>
            <a:ext cx="1920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D37"/>
                </a:solidFill>
              </a:defRPr>
            </a:pPr>
            <a:r>
              <a:t>Start program</a:t>
            </a:r>
          </a:p>
        </p:txBody>
      </p:sp>
      <p:sp>
        <p:nvSpPr>
          <p:cNvPr id="10" name="Oval 9"/>
          <p:cNvSpPr/>
          <p:nvPr/>
        </p:nvSpPr>
        <p:spPr>
          <a:xfrm>
            <a:off x="3520440" y="1417320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15087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3672" y="1399032"/>
            <a:ext cx="1920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D37"/>
                </a:solidFill>
              </a:defRPr>
            </a:pPr>
            <a:r>
              <a:t>Display menu</a:t>
            </a:r>
          </a:p>
        </p:txBody>
      </p:sp>
      <p:sp>
        <p:nvSpPr>
          <p:cNvPr id="13" name="Oval 12"/>
          <p:cNvSpPr/>
          <p:nvPr/>
        </p:nvSpPr>
        <p:spPr>
          <a:xfrm>
            <a:off x="6355080" y="1417320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5087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8312" y="1399032"/>
            <a:ext cx="1920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D37"/>
                </a:solidFill>
              </a:defRPr>
            </a:pPr>
            <a:r>
              <a:t>Choose operation</a:t>
            </a:r>
          </a:p>
        </p:txBody>
      </p:sp>
      <p:sp>
        <p:nvSpPr>
          <p:cNvPr id="16" name="Oval 15"/>
          <p:cNvSpPr/>
          <p:nvPr/>
        </p:nvSpPr>
        <p:spPr>
          <a:xfrm>
            <a:off x="9189720" y="1417320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89720" y="15087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2952" y="1399032"/>
            <a:ext cx="1920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D37"/>
                </a:solidFill>
              </a:defRPr>
            </a:pPr>
            <a:r>
              <a:t>Validate input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3566160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6576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547872"/>
            <a:ext cx="1920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D37"/>
                </a:solidFill>
              </a:defRPr>
            </a:pPr>
            <a:r>
              <a:t>Create / manage Student objects</a:t>
            </a:r>
          </a:p>
        </p:txBody>
      </p:sp>
      <p:sp>
        <p:nvSpPr>
          <p:cNvPr id="22" name="Oval 21"/>
          <p:cNvSpPr/>
          <p:nvPr/>
        </p:nvSpPr>
        <p:spPr>
          <a:xfrm>
            <a:off x="3520440" y="3566160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20440" y="36576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33672" y="3547872"/>
            <a:ext cx="1920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D37"/>
                </a:solidFill>
              </a:defRPr>
            </a:pPr>
            <a:r>
              <a:t>View / search / update / delete records</a:t>
            </a:r>
          </a:p>
        </p:txBody>
      </p:sp>
      <p:sp>
        <p:nvSpPr>
          <p:cNvPr id="25" name="Oval 24"/>
          <p:cNvSpPr/>
          <p:nvPr/>
        </p:nvSpPr>
        <p:spPr>
          <a:xfrm>
            <a:off x="6355080" y="3566160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36576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8312" y="3547872"/>
            <a:ext cx="1920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D37"/>
                </a:solidFill>
              </a:defRPr>
            </a:pPr>
            <a:r>
              <a:t>Save data to students.txt</a:t>
            </a:r>
          </a:p>
        </p:txBody>
      </p:sp>
      <p:sp>
        <p:nvSpPr>
          <p:cNvPr id="28" name="Oval 27"/>
          <p:cNvSpPr/>
          <p:nvPr/>
        </p:nvSpPr>
        <p:spPr>
          <a:xfrm>
            <a:off x="9189720" y="3566160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89720" y="36576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2" y="3547872"/>
            <a:ext cx="1920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D37"/>
                </a:solidFill>
              </a:defRPr>
            </a:pPr>
            <a:r>
              <a:t>Continue until Exit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7. Project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5544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Execution screenshots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InternNova Python Internship • Week 6 • Student Management System                                     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3611880" cy="516636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week6_task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22384"/>
            <a:ext cx="3429000" cy="43675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760720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4E79"/>
                </a:solidFill>
              </a:defRPr>
            </a:pPr>
            <a:r>
              <a:t>Add Student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05840"/>
            <a:ext cx="3611880" cy="516636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task3_week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109" y="1143000"/>
            <a:ext cx="3357901" cy="4526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5760720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4E79"/>
                </a:solidFill>
              </a:defRPr>
            </a:pPr>
            <a:r>
              <a:t>Search Student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005840"/>
            <a:ext cx="3611880" cy="516636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task3_w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236483"/>
            <a:ext cx="3429000" cy="43393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58200" y="5760720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4E79"/>
                </a:solidFill>
              </a:defRPr>
            </a:pPr>
            <a:r>
              <a:t>Update Marks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8. Git &amp;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5544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Version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InternNova Python Internship • Week 6 • Student Management System                                     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440680" cy="448056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73152" cy="44805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188719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Git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645919"/>
            <a:ext cx="50749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1. Initialize repository with git init</a:t>
            </a:r>
            <a:br/>
            <a:r>
              <a:t>2. Check files with git status</a:t>
            </a:r>
            <a:br/>
            <a:r>
              <a:t>3. Stage files with git add .</a:t>
            </a:r>
            <a:br/>
            <a:r>
              <a:t>4. Commit project changes</a:t>
            </a:r>
            <a:br/>
            <a:r>
              <a:t>5. Set main branch</a:t>
            </a:r>
            <a:br/>
            <a:r>
              <a:t>6. Connect GitHub remote</a:t>
            </a:r>
            <a:br/>
            <a:r>
              <a:t>7. Push to origin/main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51560"/>
            <a:ext cx="5440680" cy="448056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051560"/>
            <a:ext cx="73152" cy="4480560"/>
          </a:xfrm>
          <a:prstGeom prst="rect">
            <a:avLst/>
          </a:prstGeom>
          <a:solidFill>
            <a:srgbClr val="36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188719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Repository Contents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645919"/>
            <a:ext cx="50749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• main.py</a:t>
            </a:r>
            <a:br/>
            <a:r>
              <a:t>• README.md</a:t>
            </a:r>
            <a:br/>
            <a:r>
              <a:t>• Screenshots/</a:t>
            </a:r>
            <a:br/>
            <a:r>
              <a:t/>
            </a:r>
            <a:br/>
            <a:r>
              <a:t>The project was successfully pushed to GitHub, with the repository organized for submission and future maintenance.</a:t>
            </a:r>
          </a:p>
        </p:txBody>
      </p:sp>
      <p:pic>
        <p:nvPicPr>
          <p:cNvPr id="15" name="Picture 14" descr="week6task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533" y="3657600"/>
            <a:ext cx="3190293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9. Challenges, Future Improvements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5544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InternNova Python Internship • Week 6 • Student Management System                                    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3657600" cy="448056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051560"/>
            <a:ext cx="73152" cy="44805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18871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45919"/>
            <a:ext cx="3291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• Working in the correct project folder</a:t>
            </a:r>
            <a:br/>
            <a:r>
              <a:t>• Configuring Git email privacy</a:t>
            </a:r>
            <a:br/>
            <a:r>
              <a:t>• Organizing repository files</a:t>
            </a:r>
            <a:br/>
            <a:r>
              <a:t>• Validating user input</a:t>
            </a:r>
            <a:br/>
            <a:r>
              <a:t>• Implementing multiple OOP concepts together</a:t>
            </a:r>
            <a:br/>
            <a:r>
              <a:t>• Capturing clear terminal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051560"/>
            <a:ext cx="3657600" cy="448056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70248" y="1051560"/>
            <a:ext cx="73152" cy="4480560"/>
          </a:xfrm>
          <a:prstGeom prst="rect">
            <a:avLst/>
          </a:prstGeom>
          <a:solidFill>
            <a:srgbClr val="36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1416" y="118871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Future 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1645919"/>
            <a:ext cx="3291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• Add a GUI</a:t>
            </a:r>
            <a:br/>
            <a:r>
              <a:t>• Use SQLite/database storage</a:t>
            </a:r>
            <a:br/>
            <a:r>
              <a:t>• Add login and authentication</a:t>
            </a:r>
            <a:br/>
            <a:r>
              <a:t>• Add sorting and advanced search</a:t>
            </a:r>
            <a:br/>
            <a:r>
              <a:t>• Generate performance reports</a:t>
            </a:r>
            <a:br/>
            <a:r>
              <a:t>• Export data to CSV/PDF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5" y="1051560"/>
            <a:ext cx="3657600" cy="448056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37575" y="1051560"/>
            <a:ext cx="73152" cy="44805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38744" y="118871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1645919"/>
            <a:ext cx="3291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The project successfully demonstrates Python fundamentals, file handling, exception handling, standard libraries and OOP. Git and GitHub were used to manage and publish the final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620</Words>
  <Application>Microsoft Office PowerPoint</Application>
  <PresentationFormat>Custom</PresentationFormat>
  <Paragraphs>128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2026-09-11T06:02:53Z</dcterms:modified>
  <cp:category/>
</cp:coreProperties>
</file>